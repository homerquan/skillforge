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view_of_a_futuristic_high_tech_batch_1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D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CONTEXT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21792" y="960120"/>
            <a:ext cx="658368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Warehouses are becoming automated — but the world stays messy.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21792" y="2350008"/>
            <a:ext cx="56692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AAB8C4"/>
                </a:solidFill>
              </a:rPr>
              <a:t>Robots fail when operations change faster than their scripted workflows can adapt.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1792" y="5230368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0B1A2B">
              <a:alpha val="92000"/>
            </a:srgbClr>
          </a:solidFill>
          <a:ln w="12700">
            <a:solidFill>
              <a:srgbClr val="19D3FF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" y="5340096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9D3FF"/>
                </a:solidFill>
              </a:rPr>
              <a:t>Reality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86384" y="554126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8FB"/>
                </a:solidFill>
              </a:rPr>
              <a:t>boxes fall, aisles block, layouts change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999232" y="5230368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0B1A2B">
              <a:alpha val="92000"/>
            </a:srgbClr>
          </a:solidFill>
          <a:ln w="12700">
            <a:solidFill>
              <a:srgbClr val="253447">
                <a:alpha val="7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63824" y="5340096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9D3FF"/>
                </a:solidFill>
              </a:rPr>
              <a:t>Problem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163824" y="554126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8FB"/>
                </a:solidFill>
              </a:rPr>
              <a:t>automation is brittle without event practice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376672" y="5230368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0B1A2B">
              <a:alpha val="92000"/>
            </a:srgbClr>
          </a:solidFill>
          <a:ln w="12700">
            <a:solidFill>
              <a:srgbClr val="253447">
                <a:alpha val="7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41264" y="5340096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9D3FF"/>
                </a:solidFill>
              </a:rPr>
              <a:t>Need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541264" y="554126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8FB"/>
                </a:solidFill>
              </a:rPr>
              <a:t>local AI that can reason + control safely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1792" y="3968496"/>
            <a:ext cx="5166360" cy="786384"/>
          </a:xfrm>
          <a:prstGeom prst="roundRect">
            <a:avLst>
              <a:gd name="adj" fmla="val 6977"/>
            </a:avLst>
          </a:prstGeom>
          <a:solidFill>
            <a:srgbClr val="000000">
              <a:alpha val="82000"/>
            </a:srgbClr>
          </a:solidFill>
          <a:ln w="12700">
            <a:solidFill>
              <a:srgbClr val="19D3FF">
                <a:alpha val="6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7824" y="4142232"/>
            <a:ext cx="4654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4F8FB"/>
                </a:solidFill>
              </a:rPr>
              <a:t>Pitch: simulate real-world incidents before robots meet them.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11292840" y="62727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7B8C8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interior_scene_of_a_futuristic_hig_batch_2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D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777240"/>
            <a:ext cx="557784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AI + automation control is the missing layer.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58368" y="2039112"/>
            <a:ext cx="53035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AAB8C4"/>
                </a:solidFill>
              </a:rPr>
              <a:t>Industrial teams need AI that works near the machine: private, low-latency, inspectable, and safe to test.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58368" y="3063240"/>
            <a:ext cx="4754880" cy="713232"/>
          </a:xfrm>
          <a:prstGeom prst="roundRect">
            <a:avLst>
              <a:gd name="adj" fmla="val 10256"/>
            </a:avLst>
          </a:prstGeom>
          <a:solidFill>
            <a:srgbClr val="0B1A2B">
              <a:alpha val="90000"/>
            </a:srgbClr>
          </a:solidFill>
          <a:ln w="12700">
            <a:solidFill>
              <a:srgbClr val="19D3FF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9536" y="3200400"/>
            <a:ext cx="4352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F4F8FB"/>
                </a:solidFill>
              </a:rPr>
              <a:t>Local-first: keeps operational data and safety logic inside the facility.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658368" y="3913632"/>
            <a:ext cx="4754880" cy="713232"/>
          </a:xfrm>
          <a:prstGeom prst="roundRect">
            <a:avLst>
              <a:gd name="adj" fmla="val 10256"/>
            </a:avLst>
          </a:prstGeom>
          <a:solidFill>
            <a:srgbClr val="0B1A2B">
              <a:alpha val="90000"/>
            </a:srgbClr>
          </a:solidFill>
          <a:ln w="12700">
            <a:solidFill>
              <a:srgbClr val="FF9A32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" y="4050792"/>
            <a:ext cx="4352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F4F8FB"/>
                </a:solidFill>
              </a:rPr>
              <a:t>Control-aware: converts goals into validated ROS 2 / simulation actions, not just text.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58368" y="4764024"/>
            <a:ext cx="4754880" cy="713232"/>
          </a:xfrm>
          <a:prstGeom prst="roundRect">
            <a:avLst>
              <a:gd name="adj" fmla="val 10256"/>
            </a:avLst>
          </a:prstGeom>
          <a:solidFill>
            <a:srgbClr val="0B1A2B">
              <a:alpha val="90000"/>
            </a:srgbClr>
          </a:solidFill>
          <a:ln w="12700">
            <a:solidFill>
              <a:srgbClr val="19D3FF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" y="4901184"/>
            <a:ext cx="4352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F4F8FB"/>
                </a:solidFill>
              </a:rPr>
              <a:t>Simulation loop: prove behavior under random events before physical rollout.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1292840" y="62727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7B8C8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inematic_photorealistic_cgi_warehouse_interior_batch_3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D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ARE BUILDING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21792" y="804672"/>
            <a:ext cx="676656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Physical AI testbed for dynamic warehouse events.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21792" y="2176272"/>
            <a:ext cx="57150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AAB8C4"/>
                </a:solidFill>
              </a:rPr>
              <a:t>NVIDIA Isaac Sim becomes a controllable training ground where mobile robots practice higher-level missions.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58368" y="4160520"/>
            <a:ext cx="4526280" cy="694944"/>
          </a:xfrm>
          <a:prstGeom prst="roundRect">
            <a:avLst>
              <a:gd name="adj" fmla="val 10526"/>
            </a:avLst>
          </a:prstGeom>
          <a:solidFill>
            <a:srgbClr val="0B1A2B">
              <a:alpha val="90000"/>
            </a:srgbClr>
          </a:solidFill>
          <a:ln w="12700">
            <a:solidFill>
              <a:srgbClr val="FF9A32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9536" y="4297680"/>
            <a:ext cx="4123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F4F8FB"/>
                </a:solidFill>
              </a:rPr>
              <a:t>Event library: box_fall, pallet_tip, aisle_blocked, object_moved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658368" y="5010912"/>
            <a:ext cx="4526280" cy="694944"/>
          </a:xfrm>
          <a:prstGeom prst="roundRect">
            <a:avLst>
              <a:gd name="adj" fmla="val 10526"/>
            </a:avLst>
          </a:prstGeom>
          <a:solidFill>
            <a:srgbClr val="0B1A2B">
              <a:alpha val="90000"/>
            </a:srgbClr>
          </a:solidFill>
          <a:ln w="12700">
            <a:solidFill>
              <a:srgbClr val="19D3FF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" y="5148072"/>
            <a:ext cx="4123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F4F8FB"/>
                </a:solidFill>
              </a:rPr>
              <a:t>Robot task: “Find the fallen boxes in the warehouse.”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1292840" y="62727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7B8C8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futuristic_tech_scene_overall_a_batch_4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D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LOOP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94360" y="713232"/>
            <a:ext cx="594360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human intent to ROS 2 actions.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94360" y="2011680"/>
            <a:ext cx="5486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AAB8C4"/>
                </a:solidFill>
              </a:rPr>
              <a:t>A simple end-to-end loop connects conversation, task planning, command mapping, simulation, and robot feedback.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12648" y="4160520"/>
            <a:ext cx="1591056" cy="960120"/>
          </a:xfrm>
          <a:prstGeom prst="roundRect">
            <a:avLst>
              <a:gd name="adj" fmla="val 8571"/>
            </a:avLst>
          </a:prstGeom>
          <a:solidFill>
            <a:srgbClr val="0B1A2B">
              <a:alpha val="94000"/>
            </a:srgbClr>
          </a:solidFill>
          <a:ln w="12700">
            <a:solidFill>
              <a:srgbClr val="19D3FF">
                <a:alpha val="82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0664" y="432511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8FB"/>
                </a:solidFill>
              </a:rPr>
              <a:t>Human goal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40664" y="4636008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AB8C4"/>
                </a:solidFill>
              </a:rPr>
              <a:t>natural language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276856" y="4425696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9D3FF"/>
                </a:solidFill>
              </a:rPr>
              <a:t>→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2514600" y="4160520"/>
            <a:ext cx="1591056" cy="960120"/>
          </a:xfrm>
          <a:prstGeom prst="roundRect">
            <a:avLst>
              <a:gd name="adj" fmla="val 8571"/>
            </a:avLst>
          </a:prstGeom>
          <a:solidFill>
            <a:srgbClr val="0B1A2B">
              <a:alpha val="94000"/>
            </a:srgbClr>
          </a:solidFill>
          <a:ln w="12700">
            <a:solidFill>
              <a:srgbClr val="19D3FF">
                <a:alpha val="8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42616" y="432511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8FB"/>
                </a:solidFill>
              </a:rPr>
              <a:t>Task plan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2642616" y="4636008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AB8C4"/>
                </a:solidFill>
              </a:rPr>
              <a:t>mission + constraints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178808" y="4425696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9D3FF"/>
                </a:solidFill>
              </a:rPr>
              <a:t>→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416552" y="4160520"/>
            <a:ext cx="1591056" cy="960120"/>
          </a:xfrm>
          <a:prstGeom prst="roundRect">
            <a:avLst>
              <a:gd name="adj" fmla="val 8571"/>
            </a:avLst>
          </a:prstGeom>
          <a:solidFill>
            <a:srgbClr val="0B1A2B">
              <a:alpha val="94000"/>
            </a:srgbClr>
          </a:solidFill>
          <a:ln w="12700">
            <a:solidFill>
              <a:srgbClr val="FF9A32">
                <a:alpha val="82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44568" y="432511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8FB"/>
                </a:solidFill>
              </a:rPr>
              <a:t>ROS 2 map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4544568" y="4636008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AB8C4"/>
                </a:solidFill>
              </a:rPr>
              <a:t>topics/actions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080760" y="4425696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9D3FF"/>
                </a:solidFill>
              </a:rPr>
              <a:t>→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6318504" y="4160520"/>
            <a:ext cx="1591056" cy="960120"/>
          </a:xfrm>
          <a:prstGeom prst="roundRect">
            <a:avLst>
              <a:gd name="adj" fmla="val 8571"/>
            </a:avLst>
          </a:prstGeom>
          <a:solidFill>
            <a:srgbClr val="0B1A2B">
              <a:alpha val="94000"/>
            </a:srgbClr>
          </a:solidFill>
          <a:ln w="12700">
            <a:solidFill>
              <a:srgbClr val="19D3FF">
                <a:alpha val="82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46520" y="432511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8FB"/>
                </a:solidFill>
              </a:rPr>
              <a:t>Isaac Sim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446520" y="4636008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AB8C4"/>
                </a:solidFill>
              </a:rPr>
              <a:t>robot + physics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982712" y="4425696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9D3FF"/>
                </a:solidFill>
              </a:rPr>
              <a:t>→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8220456" y="4160520"/>
            <a:ext cx="1591056" cy="960120"/>
          </a:xfrm>
          <a:prstGeom prst="roundRect">
            <a:avLst>
              <a:gd name="adj" fmla="val 8571"/>
            </a:avLst>
          </a:prstGeom>
          <a:solidFill>
            <a:srgbClr val="0B1A2B">
              <a:alpha val="94000"/>
            </a:srgbClr>
          </a:solidFill>
          <a:ln w="12700">
            <a:solidFill>
              <a:srgbClr val="19D3FF">
                <a:alpha val="82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48472" y="432511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4F8FB"/>
                </a:solidFill>
              </a:rPr>
              <a:t>Feedback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8348472" y="4636008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AB8C4"/>
                </a:solidFill>
              </a:rPr>
              <a:t>video/status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1292840" y="62727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7B8C8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futuristic_industrial_warehouse_batch_5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D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OUTCOME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21792" y="804672"/>
            <a:ext cx="658368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demo that shows the future of physical operations.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21792" y="2194560"/>
            <a:ext cx="57607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AAB8C4"/>
                </a:solidFill>
              </a:rPr>
              <a:t>Local AI watches the world change, controls automation through ROS 2, and learns safer procedures in simulation first.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1792" y="5010912"/>
            <a:ext cx="2468880" cy="713232"/>
          </a:xfrm>
          <a:prstGeom prst="roundRect">
            <a:avLst>
              <a:gd name="adj" fmla="val 10256"/>
            </a:avLst>
          </a:prstGeom>
          <a:solidFill>
            <a:srgbClr val="0B1A2B">
              <a:alpha val="92000"/>
            </a:srgbClr>
          </a:solidFill>
          <a:ln w="12700">
            <a:solidFill>
              <a:srgbClr val="19D3FF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" y="5120640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9D3FF"/>
                </a:solidFill>
              </a:rPr>
              <a:t>Demo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86384" y="532180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8FB"/>
                </a:solidFill>
              </a:rPr>
              <a:t>mobile robot finds fallen boxes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73552" y="5010912"/>
            <a:ext cx="2468880" cy="713232"/>
          </a:xfrm>
          <a:prstGeom prst="roundRect">
            <a:avLst>
              <a:gd name="adj" fmla="val 10256"/>
            </a:avLst>
          </a:prstGeom>
          <a:solidFill>
            <a:srgbClr val="0B1A2B">
              <a:alpha val="92000"/>
            </a:srgbClr>
          </a:solidFill>
          <a:ln w="12700">
            <a:solidFill>
              <a:srgbClr val="253447">
                <a:alpha val="7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38144" y="5120640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9D3FF"/>
                </a:solidFill>
              </a:rPr>
              <a:t>Platform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438144" y="532180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8FB"/>
                </a:solidFill>
              </a:rPr>
              <a:t>event simulation + ROS 2 mapping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925312" y="5010912"/>
            <a:ext cx="2468880" cy="713232"/>
          </a:xfrm>
          <a:prstGeom prst="roundRect">
            <a:avLst>
              <a:gd name="adj" fmla="val 10256"/>
            </a:avLst>
          </a:prstGeom>
          <a:solidFill>
            <a:srgbClr val="0B1A2B">
              <a:alpha val="92000"/>
            </a:srgbClr>
          </a:solidFill>
          <a:ln w="12700">
            <a:solidFill>
              <a:srgbClr val="253447">
                <a:alpha val="7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89904" y="5120640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9D3FF"/>
                </a:solidFill>
              </a:rPr>
              <a:t>Path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089904" y="532180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8FB"/>
                </a:solidFill>
              </a:rPr>
              <a:t>digital twin → real robot → operations copilot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58368" y="3968496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8FB"/>
                </a:solidFill>
              </a:rPr>
              <a:t>Local Physical AI: reliable automation for messy facilities.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1292840" y="627278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7B8C8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MirrorNeuron /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Physical AI for Warehouse Automation</dc:title>
  <dc:subject>Local Physical AI + Isaac Sim warehouse simulation pitch</dc:subject>
  <dc:creator>OpenAI</dc:creator>
  <cp:lastModifiedBy>OpenAI</cp:lastModifiedBy>
  <cp:revision>1</cp:revision>
  <dcterms:created xsi:type="dcterms:W3CDTF">2026-08-22T21:28:23Z</dcterms:created>
  <dcterms:modified xsi:type="dcterms:W3CDTF">2026-08-22T21:28:23Z</dcterms:modified>
</cp:coreProperties>
</file>